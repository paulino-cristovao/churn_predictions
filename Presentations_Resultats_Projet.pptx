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Améliorer le taux de conversion de ~60% via l'analyse des signaux précurseurs et le Machine Learning</a:t>
            </a:r>
          </a:p>
          <a:p>
            <a:pPr>
              <a:defRPr>
                <a:latin typeface="Times New Roman"/>
              </a:defRPr>
            </a:pPr>
          </a:p>
          <a:p>
            <a:pPr>
              <a:defRPr>
                <a:latin typeface="Times New Roman"/>
              </a:defRPr>
            </a:pPr>
            <a:r>
              <a:t>Antigravity Agent – 2025-12-11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Contexte Business &amp; Objectifs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Contexte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Kolecto propose un essai gratuit de 15 jours convertissant en abonnement payant.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Taux de conversion actuel : ~60% (Satisfaisant mais perfectible).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Challenge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Identifier tôt les signaux précurseurs (succès vs désabonnement).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Permettre des actions ciblées par l'équipe Customer Experience (CX).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Objectifs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Analyser les facteurs différenciants (Convertis vs Non-Convertis).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Jeu de Données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Taille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Prétraitement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~11k lignes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Logs d'activité (Virements, Connexions)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Agrégation (Somme/Moyenne/Max/Std)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416 essais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Profil Entreprise (CA, Code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Fusion, Imputation, Encodage OneHot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>
                <a:latin typeface="Times New Roman"/>
              </a:defRPr>
            </a:pPr>
            <a:r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Stratégie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Features Tabulaires (157 dims) pour modèles Arborescents.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Données Séquentielles (15 jours) pour le Deep Learning.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Modèles Entraînés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Logistic Regression (Baseline).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XGBoost &amp; LightGBM (Gradient Boosting optimisé avec Optuna).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GRU &amp; Transformer (Modélisation séquentielle des signaux temporel).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Métriques d'Évaluation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ROC-AUC : Capacité de discrimination (Métrique Principale).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LightGBM (Vainqueur)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0.217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0.211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1148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LightGBM (Optuna)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Recherche efficace (50 essais).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Convergence vers paramètres robustes (n_est=318, lr=0.018).</a:t>
            </a:r>
          </a:p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Dynamique Deep Learning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GRU : Bonne baisse de loss training, légère instabilité en validation.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Transformer : Signes d'overfitting (Train Loss &lt;&lt; Val Loss).</a:t>
            </a:r>
          </a:p>
        </p:txBody>
      </p:sp>
      <p:pic>
        <p:nvPicPr>
          <p:cNvPr id="5" name="Picture 4" descr="lgbm_optimiz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6" name="Picture 5" descr="gru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7" name="Picture 6" descr="transformer_training_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Meilleurs Prédicteurs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company_age : Les entreprises plus anciennes/stables convertissent mieux.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naf_code : Certains secteurs ont une affinité plus forte.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nb_client_invoices_created_sum : L'usage (Facturation) est le signal #1.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Insights Actionnables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L'Activation Compte : Une utilisation précoce (Jours 1-3) est critique.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Ciblage : Concentrer le CX sur les TPEs avec faible activité initiale.</a:t>
            </a:r>
          </a:p>
        </p:txBody>
      </p:sp>
      <p:pic>
        <p:nvPicPr>
          <p:cNvPr id="5" name="Picture 4" descr="xgb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840480"/>
            <a:ext cx="3657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Impact Estimé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Cible : ~400 essais/mois.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Lift : +5-8% de conversion via intervention ciblée.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Valeur : 400 * 0.05 * 3k€ (LTV) = ~60k€/mois -&gt; 720k€/an.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Recommandations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1-3 (Automatisé) : Nudge si 'nb_connections' &lt; 2.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7-10 (Humain) : Appel CX si Prob. Désabonnement &gt; 60%.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Déploiement : A/B Test des interventions pour mesurer l'uplift réel.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Limitations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Faible Volume de Données : ~416 essais limitent le potentiel du Deep Learning.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Facteurs Externes : Pas de données sur le contexte économique ou la saisonnalité.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Améliorations Futures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Ensemble Hybride : Combiner LightGBM (Tabulaire) + GRU (Séquentiel).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Causal ML : Modéliser l'uplift (Persuadables vs Do-not-disturb).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Résumé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Modèle robuste livré (LightGBM AUC 0.790).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Leviers identifiés pour un lift de conversion de +5-8%.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Prochaines Étapes :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1. Déployer l'API de Scoring (Containerisée).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2. Lancer l'A/B Test pour les actions CX.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